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FSx ONTAP 卷管理特性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9FC4EA"/>
                </a:solidFill>
                <a:latin typeface="Microsoft YaHei"/>
              </a:rPr>
              <a:t>Volume Autosizing 自动扩缩容  +  Cloud Write Mode 云直写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资料来源：AWS FSx for ONTAP 官方文档 docs.aws.amazon.com  |  2026-06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NetApp ONTAP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Autosizing 自动扩缩容 — 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卷根据「已用空间百分比」自动 grow / shrink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卷的容量随「已用空间」自动调整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仅适用于 FlexVol（FSx 默认卷类型）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A2B4A"/>
                </a:solidFill>
                <a:latin typeface="Microsoft YaHei"/>
              </a:rPr>
              <a:t>• 两种模式：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 grow —— 只增不减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 grow_shrink —— 可增可减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grow 触发：已用 ≥ grow-threshold（如90%）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→ 卷自动增大（不超过 max-size）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shrink 触发：已用 ≤ shrink-threshold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→ 卷自动缩小（不低于 min-size）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max-size 上限 300TB；默认为卷大小的120%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价值：避免卷写满中断，又不浪费预留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663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grow 触发示意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03120"/>
            <a:ext cx="1280160" cy="3291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5A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2596896"/>
            <a:ext cx="1280160" cy="27980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54406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1A2B4A"/>
                </a:solidFill>
                <a:latin typeface="Microsoft YaHei"/>
              </a:rPr>
              <a:t>已用 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760720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Microsoft YaHei"/>
              </a:rPr>
              <a:t>未到阈值
不变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1280160" cy="3291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5A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432304"/>
            <a:ext cx="1280160" cy="2962656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54406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1A2B4A"/>
                </a:solidFill>
                <a:latin typeface="Microsoft YaHei"/>
              </a:rPr>
              <a:t>已用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760720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Microsoft YaHei"/>
              </a:rPr>
              <a:t>达 grow
阈值→触发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103120"/>
            <a:ext cx="1280160" cy="3291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5A6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3419856"/>
            <a:ext cx="1280160" cy="19751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4406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1A2B4A"/>
                </a:solidFill>
                <a:latin typeface="Microsoft YaHei"/>
              </a:rPr>
              <a:t>扩容后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760720"/>
            <a:ext cx="1280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Microsoft YaHei"/>
              </a:rPr>
              <a:t>卷变大
已用%降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82880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58220"/>
                </a:solidFill>
                <a:latin typeface="Microsoft YaHei"/>
              </a:rPr>
              <a:t>虚线 = grow-threshold 90%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Autosizing — CLI 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volume autosize 命令（SSH 进 fsxadmin）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① SSH 登录 ONTAP 管理端点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27080" cy="548640"/>
          </a:xfrm>
          <a:prstGeom prst="round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105613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[~]$ ssh fsxadmin@&lt;management_endpoint_ip&gt;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② 启用 autosize（grow_shrink 模式：可增可减）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927080" cy="1371600"/>
          </a:xfrm>
          <a:prstGeom prst="round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10561320" cy="11521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::&gt; volume autosize -vserver &lt;svm&gt; -volume &lt;vol&gt; \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-mode grow_shrink \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-grow-threshold-percent 90 \      # 已用90%触发扩容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-maximum-size 300TB \             # 上限(最大300TB)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-shrink-threshold-percent 50 \    # 已用降到50%触发缩容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-minimum-size 100GB                # 缩容下限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③ 查看当前 autosize 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10927080" cy="548640"/>
          </a:xfrm>
          <a:prstGeom prst="round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10328"/>
            <a:ext cx="105613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::&gt; volume autosize -vserver &lt;svm&gt; -volume &lt;vol&gt;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27080" cy="7772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说明：mode 设 grow 则只增不减（无需 shrink 参数）；仅 FlexVol 支持；max-size 最大 300TB，默认=卷大小×120%。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Cloud Write Mode 云直写 — 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新写入直接落到容量池(S3)，跳过 SSD 主层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正常：新数据先写 SSD 主层，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冷却后再分层到容量池(S3)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开启云直写后：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新写入数据直接落到容量池(S3)，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绕过 SSD 主层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• 主要用途：大规模数据迁移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（如通过 NFS 灌入海量数据）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好处：迁移数据不占满昂贵 SSD，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   直接进低成本弹性容量池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1A2B4A"/>
                </a:solidFill>
                <a:latin typeface="Microsoft YaHei"/>
              </a:rPr>
              <a:t>• 三个前提条件（缺一不可）：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① 必须是已存在的卷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② 必须是 RW（读写）卷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③ 分层策略必须为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440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写入路径对比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正常模式：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1371600" cy="6400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写入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2860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5A6B82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240280"/>
            <a:ext cx="1280160" cy="64008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1280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SSD 主层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5A6B82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2240280"/>
            <a:ext cx="1188720" cy="64008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240280"/>
            <a:ext cx="1188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容量池S3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92608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Microsoft YaHei"/>
              </a:rPr>
              <a:t>(冷却后分层)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4937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58220"/>
                </a:solidFill>
                <a:latin typeface="Microsoft YaHei"/>
              </a:rPr>
              <a:t>Cloud Write 模式：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931920"/>
            <a:ext cx="1371600" cy="6400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写入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977639"/>
            <a:ext cx="2011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———→ 直写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3931920"/>
            <a:ext cx="1188720" cy="640080"/>
          </a:xfrm>
          <a:prstGeom prst="roundRect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931920"/>
            <a:ext cx="11887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容量池S3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931920"/>
            <a:ext cx="1280160" cy="640080"/>
          </a:xfrm>
          <a:prstGeom prst="round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31920"/>
            <a:ext cx="1280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5A6B82"/>
                </a:solidFill>
                <a:latin typeface="Microsoft YaHei"/>
              </a:rPr>
              <a:t>跳过SSD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5029200"/>
            <a:ext cx="4754880" cy="10058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120640"/>
            <a:ext cx="44805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迁移完成后建议关闭云直写，恢复正常写 SSD，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0B5CAB"/>
                </a:solidFill>
                <a:latin typeface="Microsoft YaHei"/>
              </a:rPr>
              <a:t>以保证日常读写的低延迟性能。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Cloud Write Mode — CLI 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需 advanced 模式 + volume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① SSH 登录 + 进入 advanced 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27080" cy="914400"/>
          </a:xfrm>
          <a:prstGeom prst="round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10561320" cy="6949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[~]$ ssh fsxadmin@&lt;management_endpoint_ip&gt;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FSx::&gt; set -privilege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067C5"/>
                </a:solidFill>
                <a:latin typeface="Microsoft YaHei"/>
              </a:rPr>
              <a:t>② 开启 / 关闭云直写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927080" cy="1188720"/>
          </a:xfrm>
          <a:prstGeom prst="round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105613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F58220"/>
                </a:solidFill>
                <a:latin typeface="Consolas"/>
              </a:rPr>
              <a:t># 开启 (true)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FSx::&gt; volume modify -vserver &lt;svm&gt; -volume &lt;vol&gt; \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>         -is-cloud-write-enabled true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58220"/>
                </a:solidFill>
                <a:latin typeface="Consolas"/>
              </a:rPr>
              <a:t># 关闭改为 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927080" cy="1691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⚠ 前提条件（官方，缺一不可）：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① 只能对【已存在】的卷开启（不能建卷时设）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② 卷必须是 RW（读写）类型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③ 卷的分层策略必须为 All（tiering-policy = all）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0B5CAB"/>
                </a:solidFill>
                <a:latin typeface="Microsoft YaHei"/>
              </a:rPr>
              <a:t>用途：大规模数据迁移（NFS 灌入海量数据）；迁移完建议关闭。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Cloud Write 与存储效率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云直写的数据会被压缩/去重吗？—— 会，但只走 inline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4632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Microsoft YaHei"/>
              </a:rPr>
              <a:t>• Cloud Write 本身不是压缩/去重功能，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它只决定数据「写到哪」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直写容量池(S3)的数据【会】享受：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✓ inline 去重 (deduplication)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✓ inline 压缩 (compression)</a:t>
            </a: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   ✓ inline 压紧 (compaction)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F58220"/>
                </a:solidFill>
                <a:latin typeface="Microsoft YaHei"/>
              </a:rPr>
              <a:t>• 但【得不到】后台(background)去重/压缩：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   ✗ 后台效率任务只在 SSD 主层周期运行，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   云直写绕过了 SSD，所以拿不到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存储效率作用在 4KiB 数据块层级，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   非文件层级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A2B4A"/>
                </a:solidFill>
                <a:latin typeface="Microsoft YaHei"/>
              </a:rPr>
              <a:t>• 分层到云时，已有的压缩/去重/压紧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会被【保留】，省对象存储容量+传输费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67C5"/>
                </a:solidFill>
                <a:latin typeface="Microsoft YaHei"/>
              </a:rPr>
              <a:t>两种存储效率，云直写只拿到一种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65960"/>
            <a:ext cx="4709160" cy="1600200"/>
          </a:xfrm>
          <a:prstGeom prst="roundRect">
            <a:avLst/>
          </a:prstGeom>
          <a:solidFill>
            <a:srgbClr val="E7F5EC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84831"/>
            <a:ext cx="438912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✓ Inline（写盘前在内存中处理）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时机：数据写入路径上实时进行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云直写场景：直写 S3 的数据【会】经过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2E9E5B"/>
                </a:solidFill>
                <a:latin typeface="Microsoft YaHei"/>
              </a:rPr>
              <a:t>inline dedup + compression + compaction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03320"/>
            <a:ext cx="4709160" cy="1600200"/>
          </a:xfrm>
          <a:prstGeom prst="roundRect">
            <a:avLst/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822191"/>
            <a:ext cx="438912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✗ Background（写盘后周期任务）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A2B4A"/>
                </a:solidFill>
                <a:latin typeface="Microsoft YaHei"/>
              </a:rPr>
              <a:t>时机：数据落 SSD 后由 efficiency job 处理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云直写场景：绕过 SSD →【得不到】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后台 dedup /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440680"/>
            <a:ext cx="47548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B5CAB"/>
                </a:solidFill>
                <a:latin typeface="Microsoft YaHei"/>
              </a:rPr>
              <a:t>注：metadata 始终存 SSD 主层（即使数据直写云）。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B5CAB"/>
                </a:solidFill>
                <a:latin typeface="Microsoft YaHei"/>
              </a:rPr>
              <a:t>如需完整去重率，迁移后关闭云直写、让数据回 SSD 跑后台效率。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总结对比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Autosizing vs Cloud Write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377440" cy="64008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2588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325880"/>
            <a:ext cx="4206240" cy="64008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32588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Autosizing 自动扩缩容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25880"/>
            <a:ext cx="4343400" cy="640080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32588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Cloud Write Mode 云直写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23774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96596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解决问题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965960"/>
            <a:ext cx="42062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196596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卷容量不够/浪费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965960"/>
            <a:ext cx="434340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96596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迁移占满 SSD 主层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60604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作用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606040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60604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按已用% 自动 grow/shrink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606040"/>
            <a:ext cx="4343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260604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新写入直写容量池(S3)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46120"/>
            <a:ext cx="23774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4612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适用卷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246120"/>
            <a:ext cx="42062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324612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FlexVol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246120"/>
            <a:ext cx="434340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33488" y="324612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已存在 + RW + All分层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88620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88620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CLI 命令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886200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388620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volume autosize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886200"/>
            <a:ext cx="4343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388620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volume modify
-is-cloud-write-enabled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526280"/>
            <a:ext cx="23774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52628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是否需advanced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526280"/>
            <a:ext cx="420624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452628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526280"/>
            <a:ext cx="4343400" cy="64008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3488" y="452628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是 (set -privilege advanced)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166360"/>
            <a:ext cx="2377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166360"/>
            <a:ext cx="21579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典型场景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166360"/>
            <a:ext cx="4206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8" y="5166360"/>
            <a:ext cx="398678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长期运行、容量波动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5166360"/>
            <a:ext cx="4343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3488" y="5166360"/>
            <a:ext cx="4123944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6A5ACD"/>
                </a:solidFill>
                <a:latin typeface="Microsoft YaHei"/>
              </a:rPr>
              <a:t>一次性大规模迁移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B5CAB"/>
                </a:solidFill>
                <a:latin typeface="Microsoft YaHei"/>
              </a:rPr>
              <a:t>来源：AWS FSx for ONTAP 官方文档（autosizing / cloud write mode）+ NetApp FabricPool 文档 + AWS Storage Blog（Cloud Write inline 效率）。均通过 ONTAP CLI（SSH fsxadmin）配置。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