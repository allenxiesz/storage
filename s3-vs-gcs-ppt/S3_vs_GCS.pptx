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1965960"/>
            <a:ext cx="2926080" cy="82296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14884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mazon Ember Heavy"/>
              </a:rPr>
              <a:t>AWS S3  vs  GCP Cloud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2004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1B1E8"/>
                </a:solidFill>
                <a:latin typeface="Amazon Ember"/>
              </a:rPr>
              <a:t>对象存储详细对比：存储类别 · 持久性 · 一致性 · 价格 · 特色功能 · 复制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48056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9D2DE"/>
                </a:solidFill>
                <a:latin typeface="Amazon Ember"/>
              </a:rPr>
              <a:t>数据来源：AWS 官方文档 / GCP Cloud 官方文档；价格取美国区（us-east-1 / us-central1）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A6B82"/>
                </a:solidFill>
                <a:latin typeface="Amazon Ember"/>
              </a:rPr>
              <a:t>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对比维度总览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覆盖 11 个方面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1078992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033271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存储类别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热/冷/归档分层对照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586484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540763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持久性 &amp; 一致性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durability · 强一致模型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093976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048256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存储/请求/取回价格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美国区逐档单价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601468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555748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传出费 &amp; 上传/对象上限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egress · multipart · 最大对象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108960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063240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特色功能对等性(上)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自动分层·复制·WORM·高性能单区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3616452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570732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特色功能对等性(下)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Select·Lambda·批量·看板·软删除·拼接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123944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078224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复制深度对比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Turbo Replication vs S3 RTC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631436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585716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GCP Location 类型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zone/region/dual/multi-region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138928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093208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高性能单区对比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Rapid Bucket vs Express One Zone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646420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600700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S3 新兴功能对应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Vectors / Files / Tables 有无 GCP 对应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6153912"/>
            <a:ext cx="420624" cy="420624"/>
          </a:xfrm>
          <a:prstGeom prst="round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mazon Ember Heavy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6108192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  <a:latin typeface="Amazon Ember Heavy"/>
              </a:rPr>
              <a:t>加密 &amp; 总结   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加密能力 · 核心结论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① 存储类别对照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按访问频率分层，档位大致对应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8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5258"/>
                <a:gridCol w="3953435"/>
                <a:gridCol w="4392705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用途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GCP Cloud Storage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热 / 频繁访问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S3 Standard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Standard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超低延迟高性能(单区)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S3 Express One Zone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Rapid storage(Zonal / Rapid Bucket)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自动分层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S3 Intelligent-Tiering(对象级)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Autoclass(桶级)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不频繁访问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Standard-IA / One Zone-IA(创建当天即可转入*)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Nearline(最短30天)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季度级冷存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—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Coldline(最短90天)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归档-毫秒取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Glacier Instant Retrieval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(Archive 毫秒可取)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32F3E"/>
                          </a:solidFill>
                          <a:latin typeface="Amazon Ember"/>
                        </a:rPr>
                        <a:t>归档-分钟到小时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Glacier Flexible / Deep Archive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A2A2A"/>
                          </a:solidFill>
                          <a:latin typeface="Amazon Ember"/>
                        </a:rPr>
                        <a:t>Archive(最短365天，毫秒取)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80560"/>
            <a:ext cx="11201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50" b="1">
                <a:solidFill>
                  <a:srgbClr val="232F3E"/>
                </a:solidFill>
                <a:latin typeface="Amazon Ember"/>
              </a:rPr>
              <a:t>AWS 归档层更细(Glacier Instant/Flexible/Deep Archive 三档)；GCP 归档更精简(Nearline/Coldline/Archive)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50" b="0">
                <a:solidFill>
                  <a:srgbClr val="2A2A2A"/>
                </a:solidFill>
                <a:latin typeface="Amazon Ember"/>
              </a:rPr>
              <a:t>GCP Archive 官方强调数据毫秒可取，不像其它云需数小时；AWS Glacier Flexible/Deep 需分钟到小时(仅 Instant 毫秒)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50" b="0">
                <a:solidFill>
                  <a:srgbClr val="2A2A2A"/>
                </a:solidFill>
                <a:latin typeface="Amazon Ember"/>
              </a:rPr>
              <a:t>* S3 已取消“转入 IA 前须在 Standard 待满30天”限制(2026-07)，对象创建当天即可转 IA；但 IA“最短计费30天”仍在(不满30天删按30天计费)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② 持久性 &amp; 一致性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两项均高度对等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8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5805"/>
                <a:gridCol w="4722158"/>
                <a:gridCol w="395343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GCP Cloud Storage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持久性(durability)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99.999999999%(11 个 9)，跨≥3 AZ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99.999999999%(11 个 9)，跨区冗余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单区类型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One Zone-IA(单 AZ，不抗整 AZ 故障)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单区桶 / Zonal bucket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一致性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强一致(strong read-after-write，2020-12起所有请求)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强全局一致(读写/列表/删除)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最终一致例外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权限传播官方未量化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IAM 权限变更、桶删后重建为最终一致(约1分钟)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可用性 SLA(标准)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S3 Standard 设计 99.99% / SLA 99.9%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多区/双区 SLA 99.95%，单区 99.9%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26280"/>
            <a:ext cx="11201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1">
                <a:solidFill>
                  <a:srgbClr val="232F3E"/>
                </a:solidFill>
                <a:latin typeface="Amazon Ember"/>
              </a:rPr>
              <a:t>持久性完全相同：两家所有存储类都是 11 个 9 设计值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对象读写都强一致；GCP 官方额外注明 IAM 权限/桶重建为最终一致(约1分钟生效)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③ 存储 / 请求 / 取回价格（美国区）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AWS 值抓自官方 pricing feed；GCP 值抓自官方 pricing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7571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1242"/>
                <a:gridCol w="4504488"/>
                <a:gridCol w="428998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项目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GCP Cloud Storage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标准存储 /GB-月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Standard $0.023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Standard $0.020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不频访存储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Standard-IA $0.0125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Nearline $0.010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冷存储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Glacier Instant $0.004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Coldline $0.004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更冷 / 归档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Glacier Flexible $0.0036 / Deep Archive $0.00099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Archive $0.0012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写请求(PUT/LIST)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$0.005 / 千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$0.005 / 千(同)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读请求(GET)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$0.0004 / 千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$0.0004 / 千(同)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取回费(IA/Nearline)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Standard-IA $0.01/GB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Nearline $0.01/GiB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取回费(冷/归档)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Glacier 按速度分档(Expedited/Std/Bulk)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Coldline $0.02 / Archive $0.05 固定/GiB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526280"/>
            <a:ext cx="114757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1">
                <a:solidFill>
                  <a:srgbClr val="232F3E"/>
                </a:solidFill>
                <a:latin typeface="Amazon Ember"/>
              </a:rPr>
              <a:t>标准层 GCP 略便宜($0.020 vs $0.023)；最冷档 AWS Deep Archive 略便宜($0.00099 vs Archive $0.0012)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2A2A2A"/>
                </a:solidFill>
                <a:latin typeface="Amazon Ember"/>
              </a:rPr>
              <a:t>请求单价两家几乎相同；DELETE 均免费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2A2A2A"/>
                </a:solidFill>
                <a:latin typeface="Amazon Ember"/>
              </a:rPr>
              <a:t>取回费：AWS Glacier 按检索速度分档(更复杂)；GCP 固定 per-GB(更简单)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④ 传出费 &amp; 上传机制 &amp; 最大对象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egress · multipart · 单对象上限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9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6363"/>
                <a:gridCol w="4624431"/>
                <a:gridCol w="411060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mazon Ember"/>
                        </a:rPr>
                        <a:t>GCP Cloud Storage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出站(egress)到互联网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~$0.09/GB 起(分层，首100GB/月免费)*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$0.12/GiB 起(分层)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入站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免费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免费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单次 PUT 上限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5 GB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受对象上限约束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大文件机制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Multipart Upload(分片5MiB–5GiB，最多10000片)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Resumable / XML multipart / Object Composition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单对象最大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48.8 TiB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5 TiB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桶内对象数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无限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无限(zonal 桶有默认上限)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80560"/>
            <a:ext cx="112014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50" b="1">
                <a:solidFill>
                  <a:srgbClr val="232F3E"/>
                </a:solidFill>
                <a:latin typeface="Amazon Ember"/>
              </a:rPr>
              <a:t>AWS 起步出站费更低(~$0.09 vs $0.12/GiB)；两家入站均免费(* AWS egress 属网络计费，$0.09 为广泛值)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50" b="1">
                <a:solidFill>
                  <a:srgbClr val="C0392B"/>
                </a:solidFill>
                <a:latin typeface="Amazon Ember"/>
              </a:rPr>
              <a:t>AWS 单对象上限 48.8 TiB，约为 GCP(5 TiB)的 ~10 倍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50" b="0">
                <a:solidFill>
                  <a:srgbClr val="2A2A2A"/>
                </a:solidFill>
                <a:latin typeface="Amazon Ember"/>
              </a:rPr>
              <a:t>GCP 独有 Object Composition：可把 1–32 个已有对象拼接成新对象(AWS 无原生等价)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⑤ 特色功能对等性（上）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逐项核实：所谓“独有”对方是否也有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3625"/>
                <a:gridCol w="3640454"/>
                <a:gridCol w="3733799"/>
                <a:gridCol w="14935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功能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GCP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对等？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自动分层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Intelligent-Tiering(对象级/存储类内层)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Autoclass(桶级/跨真实存储类)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⚠ 部分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跨区/同区复制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CRR / SRR(桶到桶)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cross-bucket replication(桶到桶)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⚠ 映射错位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复制时间 SLA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RTC(任意 CRR 规则)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Turbo Replication(仅 dual-region 桶内)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⚠ 范围不同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对象锁定 / WORM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Object Lock(一个特性)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Object Retention Lock + Bucket Lock(两个)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⚠ 非1:1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高性能单区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Express One Zone(个位数毫秒)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Rapid Bucket(亚毫秒)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✓ 相当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54880"/>
            <a:ext cx="11201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1">
                <a:solidFill>
                  <a:srgbClr val="C0392B"/>
                </a:solidFill>
                <a:latin typeface="Amazon Ember"/>
              </a:rPr>
              <a:t>模式映射真对等：Object Lock 的 Governance/Compliance ↔ GCP 的 Unlocked/Locked；但 S3 一个特性、GCP 拆成对象级+桶级两个，Legal Hold 亦不严格对等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2A2A2A"/>
                </a:solidFill>
                <a:latin typeface="Amazon Ember"/>
              </a:rPr>
              <a:t>易误判：S3 CRR/SRR 对应 GCP cross-bucket replication(桶到桶)；GCP dual-region 单桶跨区冗余在 S3 无对应物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⑥ 特色功能对等性（下）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含各自“反向独有”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07008"/>
          <a:ext cx="11201397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79"/>
                <a:gridCol w="3827144"/>
                <a:gridCol w="3640454"/>
                <a:gridCol w="14935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功能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GCP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对等？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对象内 SQL 查询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S3 Select(已停对新客户开放)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无原生等价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✗ 不对等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无服务器读改写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Object Lambda(2025-11起限量)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无原生等价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✗ 不对等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批量操作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S3 Batch Operations(含Lambda/Restore/ACL/Copy)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Storage Batch Operations(仅5类)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⚠ 部分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用量分析看板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Storage Lens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Insights datasets+inventory(属Storage Intelligence)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⚠ 部分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请求方付费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Requester Pays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Requester Pays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✓ 真对等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软删除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无专门功能(靠 Versioning 近似)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Soft Delete(默认开/含桶恢复)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✗ 实质不同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对象拼接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无原语(UploadPartCopy有5MB下限)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Object Composition(compose)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✗ 实质不同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分层命名空间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目录桶(仅Express单区/无原子rename)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HNS(通用桶增强+原子rename)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✗ 实质不同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46320"/>
            <a:ext cx="11201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1">
                <a:solidFill>
                  <a:srgbClr val="C0392B"/>
                </a:solidFill>
                <a:latin typeface="Amazon Ember"/>
              </a:rPr>
              <a:t>10 组功能里唯一真对等的是「请求方付费」；其余多为“名字近似但实现有实质差异”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2A2A2A"/>
                </a:solidFill>
                <a:latin typeface="Amazon Ember"/>
              </a:rPr>
              <a:t>AWS Select/Object Lambda 正收缩(停新客户/限量)；GCP Storage Lens 对应的是 Insights datasets 分析层，非整个 Storage Intelligence 大伞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⑦ 复制深度对比：Turbo Replication vs S3 RTC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官方文档逐字核实 SLA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9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275"/>
                <a:gridCol w="4900612"/>
                <a:gridCol w="410051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mazon Ember"/>
                        </a:rPr>
                        <a:t>GCP Turbo Replication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mazon Ember"/>
                        </a:rPr>
                        <a:t>AWS S3 RTC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作用范围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仅 dual-region 桶的两区之间(单桶跨区冗余)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任意 CRR/SRR 规则(桶到桶，可按prefix/tag)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宣传 SLA(逐字)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“100% 新写对象、15 分钟 RPO、不限对象大小”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“99.9% 对象在 15 分钟内”(多数秒级)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合同赔付 SLA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时间达标≥99.0% + 数据量达标≥99.9%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超请求速率/超1Gbps传输配额时 SLA 不适用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存量数据(专用手段)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跨桶存量用 Storage Transfer Service 一次性任务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跨桶存量用 S3 Batch Replication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32F3E"/>
                          </a:solidFill>
                          <a:latin typeface="Amazon Ember"/>
                        </a:rPr>
                        <a:t>事后开启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可对已有 dual-region 桶开启(不能用XML API)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A2A2A"/>
                          </a:solidFill>
                          <a:latin typeface="Amazon Ember"/>
                        </a:rPr>
                        <a:t>需先开版本控制+复制规则+IAM role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54880"/>
            <a:ext cx="11201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1">
                <a:solidFill>
                  <a:srgbClr val="C0392B"/>
                </a:solidFill>
                <a:latin typeface="Amazon Ember"/>
              </a:rPr>
              <a:t>“100% vs 99.9%”仅宣传口径成立；GCP 合同赔付 SLA 实为 99.0%时间/99.9%数据量，非字面100%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0">
                <a:solidFill>
                  <a:srgbClr val="2A2A2A"/>
                </a:solidFill>
                <a:latin typeface="Amazon Ember"/>
              </a:rPr>
              <a:t>Turbo 场景：开启前已有对象仍自动跨区复制，但走默认速率(不享15min)；跨桶存量则需专用手段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100" b="1">
                <a:solidFill>
                  <a:srgbClr val="232F3E"/>
                </a:solidFill>
                <a:latin typeface="Amazon Ember"/>
              </a:rPr>
              <a:t>存量对象专用术语对应：AWS = S3 Batch Replication ／ GCP = Storage Transfer Service 一次性传输任务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⑧ GCP Bucket Location 类型对比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zone / region / dual-region / multi-region —— 数据放哪、如何冗余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8427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0410"/>
                <a:gridCol w="3642969"/>
                <a:gridCol w="3278672"/>
                <a:gridCol w="2732227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类型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冗余 &amp; 可用性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价格 / 出站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mazon Ember"/>
                        </a:rPr>
                        <a:t>典型场景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zone(单区)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单可用区内冗余；区故障影响可用性(仅 Rapid Bucket)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性能最高、价最贵；有 zonal 传输费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AI/ML · HPC · 高性能分析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region(单区域)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跨多可用区同步冗余；RTO=0 自动切换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存储价最低；无复制费；区内读无出站费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与计算同区 · 分析 · 备份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dual-region(双区)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你指定的两个 region 异步冗余；RTO=0；可加 Turbo(15min RPO)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存储价最高；写有复制费；两区内读无出站费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可控双区容灾 · 数据驻留合规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32F3E"/>
                          </a:solidFill>
                          <a:latin typeface="Amazon Ember"/>
                        </a:rPr>
                        <a:t>multi-region(多区)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一大片地理区(如US)内 Google 自选多区异步冗余；RTO=0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价高于region低于dual；写有复制费；读总收出站费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2A"/>
                          </a:solidFill>
                          <a:latin typeface="Amazon Ember"/>
                        </a:rPr>
                        <a:t>全球内容分发 · 流媒体 · 移动后端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92040"/>
            <a:ext cx="11384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1">
                <a:solidFill>
                  <a:srgbClr val="232F3E"/>
                </a:solidFill>
                <a:latin typeface="Amazon Ember"/>
              </a:rPr>
              <a:t>dual-region vs multi-region 关键差异：dual=你精确指定两个region(可控/可Turbo/最贵/区内读免出站)；multi=大区内Google自选多区(读总收出站费/无Turbo)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0">
                <a:solidFill>
                  <a:srgbClr val="2A2A2A"/>
                </a:solidFill>
                <a:latin typeface="Amazon Ember"/>
              </a:rPr>
              <a:t>dual-region(单桶原生双区)是 GCP 特有形态；AWS 要达类似多区效果需「多个桶+Multi-Region Access Point+CRR」拼装(管多个桶)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0">
                <a:solidFill>
                  <a:srgbClr val="5A6B82"/>
                </a:solidFill>
                <a:latin typeface="Amazon Ember"/>
              </a:rPr>
              <a:t>Turbo Replication(15分钟RPO)仅 dual-region 可用；multi-region 不支持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⑨ 高性能单区对比：Rapid Bucket vs S3 Express One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两者是直接竞品：单区共置计算 · 超低延迟 · 支持对象 append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92839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799"/>
                <a:gridCol w="4866020"/>
                <a:gridCol w="48660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mazon Ember"/>
                        </a:rPr>
                        <a:t>维度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mazon Ember"/>
                        </a:rPr>
                        <a:t>GCP Rapid Bucket (Rapid storage)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mazon Ember"/>
                        </a:rPr>
                        <a:t>S3 Express One Zone (directory bucket)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定位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单 zone 共置计算，超低延迟高性能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单 AZ 共置计算，超低延迟高性能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延迟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亚毫秒(sub-ms)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个位数毫秒(single-digit ms)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性能数字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15 TB/s 聚合吞吐 · 2000万 QPS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比 Standard 快 10x · 请求费低 50%(未给绝对值)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对象 append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✓ 支持(gRPC BidiWriteObject)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✓ 支持(2024-11起，directory bucket)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可用性 SLA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未查到明确数字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99.95%(单 AZ)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强制前提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必须开 HNS + uniform bucket-level access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directory bucket(自带目录语义，无需额外)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写入 API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只能 gRPC BidiWriteObject(JSON不能写，需改代码)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标准 S3 API / Mountpoint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最大对象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5 TiB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(directory bucket 规格)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92040"/>
            <a:ext cx="11292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1">
                <a:solidFill>
                  <a:srgbClr val="C0392B"/>
                </a:solidFill>
                <a:latin typeface="Amazon Ember"/>
              </a:rPr>
              <a:t>两者是真正的直接竞品：单区高性能 + 对象 append 两家都有(此前误判 S3 无 append，已按官方文档纠正)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0">
                <a:solidFill>
                  <a:srgbClr val="2A2A2A"/>
                </a:solidFill>
                <a:latin typeface="Amazon Ember"/>
              </a:rPr>
              <a:t>主要差异：GCP 延迟指标更激进(亚毫秒)+给出绝对吞吐/QPS；接入门槛更高(强制HNS、只能gRPC写)。AWS 用标准S3 API迁移更平滑、SLA 明确99.95%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⑩ AWS S3 新兴功能 vs GCP 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S3 Vectors / S3 Files / S3 Tables —— GCP 有无对应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8428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023360"/>
                <a:gridCol w="4206240"/>
                <a:gridCol w="169164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AWS 功能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定位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GCP 对应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mazon Ember"/>
                        </a:rPr>
                        <a:t>结论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S3 Vectors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对象存储层原生向量桶(vector bucket)，存/查向量，每索引最高20亿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无对象存储层原生向量；向量能力在 Vertex AI Vector Search 等上层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✗ 无对应(层次不同)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S3 Files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托管服务，S3(对象存储)后端 + NFS 前端 + 多机共享 + 亚毫秒(基于EFS)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gcsfuse(≈AWS Mountpoint for S3：均为FUSE开源客户端) / Filestore(托管NFS但后端非对象存储)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△ 部分对应(无单一等价)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2F3E"/>
                          </a:solidFill>
                          <a:latin typeface="Amazon Ember"/>
                        </a:rPr>
                        <a:t>S3 Tables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对象存储层原生 table bucket，内置 Apache Iceberg + 自动维护(compaction/快照/清理)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BigQuery Apache Iceberg managed tables(数仓侧提供，数据放GCS，自动维护)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A2A2A"/>
                          </a:solidFill>
                          <a:latin typeface="Amazon Ember"/>
                        </a:rPr>
                        <a:t>△ 部分对应(数仓侧 vs 存储侧)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029200"/>
            <a:ext cx="11384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1">
                <a:solidFill>
                  <a:srgbClr val="232F3E"/>
                </a:solidFill>
                <a:latin typeface="Amazon Ember"/>
              </a:rPr>
              <a:t>共性：这三个都是 AWS 把「专用能力(向量/文件系统/Iceberg表)下沉进对象存储层」；GCP 对应能力多在上层(Vertex/BigQuery)或机制不同(FUSE/Filestore)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FF8500"/>
                </a:solidFill>
                <a:latin typeface="Amazon Ember"/>
              </a:rPr>
              <a:t>▸ </a:t>
            </a:r>
            <a:r>
              <a:rPr sz="1050" b="0">
                <a:solidFill>
                  <a:srgbClr val="2A2A2A"/>
                </a:solidFill>
                <a:latin typeface="Amazon Ember"/>
              </a:rPr>
              <a:t>正确的对标关系：gcsfuse ≈ AWS Mountpoint for Amazon S3(都是 FUSE、都是开源客户端)；而 S3 Files 是托管 NFS(基于EFS)，GCP 无等价物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F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mazon Ember Heavy"/>
              </a:rPr>
              <a:t>⑪ 加密 &amp; 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9D2DE"/>
                </a:solidFill>
                <a:latin typeface="Amazon Ember"/>
              </a:rPr>
              <a:t>加密能力对等；总体各有侧重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201399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6363"/>
                <a:gridCol w="4624431"/>
                <a:gridCol w="4110605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mazon Ember"/>
                        </a:rPr>
                        <a:t>加密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mazon Ember"/>
                        </a:rPr>
                        <a:t>AWS S3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mazon Ember"/>
                        </a:rPr>
                        <a:t>GCP Cloud Storage</a:t>
                      </a:r>
                    </a:p>
                  </a:txBody>
                  <a:tcPr marL="64008" marR="45720" marT="9144" marB="9144" anchor="ctr"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默认服务端加密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SSE-S3(2023-01起默认，免费)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默认(Google托管密钥，免费)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客户托管密钥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SSE-KMS(AWS KMS)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CMEK(Cloud KMS，支持HSM/外部EKM)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Amazon Ember"/>
                        </a:rPr>
                        <a:t>客户自供密钥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SSE-C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Amazon Ember"/>
                        </a:rPr>
                        <a:t>CSEK</a:t>
                      </a:r>
                    </a:p>
                  </a:txBody>
                  <a:tcPr marL="64008" marR="45720" marT="9144" marB="9144" anchor="ctr"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200400"/>
            <a:ext cx="11201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8500"/>
                </a:solidFill>
                <a:latin typeface="Amazon Ember Heavy"/>
              </a:rPr>
              <a:t>核心结论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232F3E"/>
                </a:solidFill>
                <a:latin typeface="Amazon Ember"/>
              </a:rPr>
              <a:t>• 真正完全对等：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持久性(11个9)、强一致、加密(SSE↔CMEK/CSEK)、请求单价、请求方付费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232F3E"/>
                </a:solidFill>
                <a:latin typeface="Amazon Ember"/>
              </a:rPr>
              <a:t>• 部分对应(名近实异)：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自动分层、复制、复制SLA、WORM、批量操作、用量看板 —— 概念相近但机制/范围有实质差异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232F3E"/>
                </a:solidFill>
                <a:latin typeface="Amazon Ember"/>
              </a:rPr>
              <a:t>• 价格：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标准层 GCP 略便宜；最冷归档 AWS 略便宜；出站费 AWS 起步更低；请求费几乎相同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232F3E"/>
                </a:solidFill>
                <a:latin typeface="Amazon Ember"/>
              </a:rPr>
              <a:t>• AWS 更强：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单对象上限大~10倍、批量操作可跑Lambda/更宽、生态成熟(但 Select/Object Lambda 正收缩)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232F3E"/>
                </a:solidFill>
                <a:latin typeface="Amazon Ember"/>
              </a:rPr>
              <a:t>• GCP 更强：</a:t>
            </a:r>
            <a:r>
              <a:rPr sz="1200" b="0">
                <a:solidFill>
                  <a:srgbClr val="2A2A2A"/>
                </a:solidFill>
                <a:latin typeface="Amazon Ember"/>
              </a:rPr>
              <a:t>Object Composition、默认 Soft Delete(含桶恢复)、通用 HNS(原子rename)、Autoclass 免取回费、双区单桶冗余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C0392B"/>
                </a:solidFill>
                <a:latin typeface="Amazon Ember"/>
              </a:rPr>
              <a:t>★ 关键纠正：10组功能仅「请求方付费」真1:1对等；S3 CRR 对应 cross-bucket replication(非dual-region)；WORM 模式映射对等但组织方式不同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2823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B82"/>
                </a:solidFill>
                <a:latin typeface="Amazon Emb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