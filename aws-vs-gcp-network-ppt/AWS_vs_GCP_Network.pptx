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548640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AWS vs GCP</a:t>
            </a:r>
          </a:p>
          <a:p>
            <a:pPr algn="l"/>
            <a:r>
              <a:rPr sz="3400" b="1">
                <a:solidFill>
                  <a:srgbClr val="CFDDF0"/>
                </a:solidFill>
                <a:latin typeface="Microsoft YaHei"/>
              </a:rPr>
              <a:t>网络产品深度对比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FF9900"/>
                </a:solidFill>
                <a:latin typeface="Microsoft YaHei"/>
              </a:rPr>
              <a:t>外网 · 内网 · 加速 · CDN · DNS · 安全 · DDoS · 稳定性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11 个维度 · 每条论点均基于官方文档核实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数据来源：AWS/GCP 官方文档 + SLA/定价页  | 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网络产品对标总览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8 大维度 · AWS 与 GCP 产品对应关系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全球骨干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Global Network（默认全程自有骨干）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Network Service Tiers（Premium/Standard 两档可选）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56032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56032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6032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VPC/内网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6032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VPC（区域级）· Peering · Transit Gateway · PrivateLink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56032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VPC（全局级）· Peering · NCC · Private Service Connect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10896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10896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0896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混合云互联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10896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Direct Connect · Site-to-Site VPN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10896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Interconnect · Cloud VPN（HA/Classic）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5760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65760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65760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5760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负载均衡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5760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ELB（ALB/NLB/GWLB/CLB，区域级）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65760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Load Balancing（全局单 anycast IP）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0624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20624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20624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0624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加速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0624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Global Accelerator（anycast 静态IP）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20624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无同名产品（Premium Tier + 全局 anycast LB）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5488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75488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475488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75488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CDN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75488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CloudFront（一体，static+dynamic）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75488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CDN + Media CDN（拆分）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0352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34640" y="530352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2360" y="5303520"/>
            <a:ext cx="4617720" cy="5486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30352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DNS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30352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Route 53（8 种路由策略 + 域名注册）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30352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DNS（3 类路由策略）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52160"/>
            <a:ext cx="2377440" cy="5486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34640" y="585216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52360" y="5852160"/>
            <a:ext cx="4617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5852160"/>
            <a:ext cx="22677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安全/DDoS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80" y="585216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SG+NACL · WAF · Shield Std/Advanced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5852160"/>
            <a:ext cx="445312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VPC Firewall · Cloud Armor（含 Adaptive）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详见后续各维度分页；每页脚注标注官方文档来源。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56032" cy="1280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维度 1 · 全球骨干网 &amp; 网络分层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9FB3D1"/>
                </a:solidFill>
                <a:latin typeface="Microsoft YaHei"/>
              </a:rPr>
              <a:t>cold potato vs hot potato：GCP 把网络分层做成可选产品，AWS 默认全程走自有骨干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1. 全球骨干网 &amp; 网络分层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GCP 两档可选 vs AWS 默认单档自有骨干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920240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920240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网络分层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无用户可选分层（官方无该产品）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024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Network Service Tiers：Premium / Standard 两档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05456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505456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505456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05456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默认路由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05456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跨区流量始终走 AWS 骨干，从不经公网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505456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Premium=cold potato（尽早入网/晚出网）
Standard=hot potato（尽早交 ISP）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90672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090672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090672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90672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物理层加密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090672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所有数据中心间流量物理层自动加密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090672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Premium 骨干保护到最后一英里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675888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675888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75888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骨干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75888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无单独骨干 SLA（未取到，不臆造）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675888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Premium 99.99% / Standard 99.9%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61104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261104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261104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61104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骨干规模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61104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近 2000 万公里光缆 · 39 Region/123 AZ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261104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官方公开光缆里程未取到（不确定）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46320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846320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4846320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46320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Standard 限制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84632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84632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仅区域IP/区域LB/Cloud NAT；不支持全局IP、CDN、Cloud VPN网关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核心：GCP 把「全球骨干 vs ISP 出网」做成可计费选择；AWS 无等价分层，相当于只给 Premium 那档、不暴露降级省钱选项。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来源：cloud.google.com/network-tiers/docs/overview · docs.aws.amazon.com/vpc/latest/peering · aws.amazon.com/about-aws/global-infrastructure/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2. VPC / 内网架构 &amp; 互联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最根本差异：AWS VPC 区域级 vs GCP VPC 全局级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VPC 作用域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区域级（子网锁单 AZ）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全局级（一个 VPC 子网可横跨多 region）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724912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Peering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支持跨区走骨干加密；不传递路由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延迟/吞吐同 VPC 内；官方明确不传递路由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38144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38144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中心互联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Transit Gateway（route table 显式路由
+ Encryption control 强制加密）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Network Connectivity Center（全局 hub
+ 原生 Cross-Cloud 连 AWS/OCI）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151376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私有服务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PrivateLink（消费者→服务）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Private Service Connect（多出 Interfaces 反向双向）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64608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864608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MTU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TGW: VPC/DX 间 8500，VPN 1500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Interconnect VLAN 可 8896 jumbo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核心：模型层最大差异 = VPC 区域级 vs 全局级；NCC 多云 spoke + PSC 反向双向连接是 GCP 亮点。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来源：docs.cloud.google.com/vpc/docs/{vpc,vpc-peering,private-service-connect} · network-connectivity · docs.aws.amazon.com/vpc/latest/{userguide,peering,tgw,privatelink}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3. 混合云互联（专线 &amp; VPN）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Direct Connect vs Cloud Interconnect；S2S VPN vs Cloud VPN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920240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920240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专线形态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Dedicated / Hosted(Partner)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024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Dedicated / Partner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05456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505456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505456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05456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专线聚合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05456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最多 2×400G 或 4×&lt;100G（LAG）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505456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Dedicated 到 8×400G=3200G；Partner 800G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90672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090672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090672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90672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专线加密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090672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支持 MACsec（仅 dedicated+LAG，无额外费用）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090672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支持 MACsec（Dedicated/Partner 均可）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675888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675888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75888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专线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75888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多站冗余 99.99% / 单连接 ~95%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675888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生产级(冗余) 99.99%；单连接 No SLA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61104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261104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261104"/>
            <a:ext cx="4617720" cy="585216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61104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VPN 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61104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单产品，每连接 2 隧道 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261104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HA VPN(99.99%) / Classic VPN(99.9%) 两代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46320"/>
            <a:ext cx="2377440" cy="585216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846320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4846320"/>
            <a:ext cx="46177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46320"/>
            <a:ext cx="226771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VPN 带宽/IPv6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84632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标准 1.25G，大带宽 5Gbps/隧道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846320"/>
            <a:ext cx="4453128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HA 支持双栈/IPv6；Classic 不支持 IPv6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核心：专线结构对应，GCP 明确 3200G 聚合 + Partner L2/L3；VPN 上 GCP 用 HA/Classic 两代分明，AWS 单产品双隧道 + 5Gbps 大带宽隧道。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来源：docs.cloud.google.com/network-connectivity/docs/{interconnect,vpn} · docs.aws.amazon.com/directconnect（含 MACsec/lags/sla）· /vpn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56032" cy="1280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维度 4-5 · 外网入口 &amp; 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9FB3D1"/>
                </a:solidFill>
                <a:latin typeface="Microsoft YaHei"/>
              </a:rPr>
              <a:t>GCP 单 anycast IP 内建全球化 vs AWS 区域级 ELB + Global Accelerator 补全球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4. 负载均衡 &amp; 外网入口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GCP 全局单 anycast IP vs AWS 区域级 ELB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L7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ALB（HTTP/HTTPS/gRPC）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Application LB（Global/Regional/Cross-region）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0048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70048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L4 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NLB（TCP/UDP/TLS，静态/弹性IP）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Proxy Network LB（可选 SSL offload）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28416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28416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L4 直通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NLB 保留源IP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Passthrough Network LB（UDP/ESP/GRE/ICMP）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6784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86784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网关型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GWLB（L3网关+L4）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官方未列等价产品（不确定）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45152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45152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全球化方式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区域级，需叠加 Global Accelerator/Route53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单个 anycast IP 全球分发（官方原文）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62356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核心：GCP 全局 LB = 单 anycast IP 内建全球分发（closest backend）；AWS ELB 区域级，全球入口需叠加 GA/Route 53。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来源：aws.amazon.com/elasticloadbalancing/features/ · docs.cloud.google.com/load-balancing/docs/choosing-load-balancer · cloud.google.com/load-balancing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5. 加速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AWS 有独立 Global Accelerator；GCP 无同名产品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加速产品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Global Accelerator（独立产品）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无同名产品（Premium Tier + 全局 anycast LB 达成等价）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0048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70048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2 个静态 anycast IPv4（独立 network zone）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Premium Tier 全局 anycast 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28416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28416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全程走 AWS 骨干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Premium Tier 走 Google 骨干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6784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86784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协议/缓存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TCP/UDP，不缓存（边缘丢 TCP 分片）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依 LB 类型，不缓存（缓存靠 Cloud CDN）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45152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45152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传输加速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S3 Transfer Acceleration（走 CloudFront 边缘）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无对标产品（仅 GCS 客户端并行/断点续传）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62356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核心：AWS 官方称 Global Accelerator 提速最高 60%；GCP 无独立加速器产品，靠 Premium Tier 功能等价（据实措辞）。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来源：docs.aws.amazon.com/global-accelerator/.../introduction-how-it-works.html · aws.amazon.com/global-accelerator/faqs/ · cloud.google.com/storage/docs/uploads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56032" cy="1280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维度 6-7 · CDN &amp;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9FB3D1"/>
                </a:solidFill>
                <a:latin typeface="Microsoft YaHei"/>
              </a:rPr>
              <a:t>CloudFront 一体通吃 vs Cloud CDN+Media CDN 拆分；Route 53 路由策略更丰富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6. CDN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CloudFront 一体 vs GCP Cloud CDN + Media CDN 拆分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CloudFront：Web 静态+动态通用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 CDN（挂 ALB）+ Media CDN（流媒体）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724912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独立性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独立，源站 S3/HTTP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 CDN 必须挂 ALB，不能独立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38144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38144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边缘节点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750+ POPs + 15 Regional edge caches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 CDN 100+ locations（复用 Google PoP）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151376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定价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Invalidation $0.005/条；AWS源→边缘免费
(每GB分区单价官方表JS渲染未取到)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cache egress $0.02–0.20/GiB
Media CDN 官方定价页 404 未取到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64608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864608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YouTube 基础设施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官方无背书，只说 Google global edge-caching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核心：CloudFront 单一产品通吃 static+dynamic；GCP 拆成 Cloud CDN（依附 ALB）+ Media CDN（流媒体）。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来源：docs.aws.amazon.com/AmazonCloudFront · aws.amazon.com/cloudfront/pricing · cloud.google.com/cdn/{docs/overview,docs/locations,pricing} · /media-cdn/docs/overview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7. DNS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Route 53 路由策略更丰富（8 vs 3）+ 自带域名注册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路由策略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8 种：Simple/Failover/Geo/Geoproximity
/Latency/IP-based/Multivalue/Weighted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3 类：WRR / Geolocation(geofence) / Failover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724912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724912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域名注册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支持（三大功能之一）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24912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官方未提（不确定）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38144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438144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38144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DNSSEC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支持 signing；KSK 需自管 KMS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438144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支持；DNSKEY 创建+轮换+签名全自动托管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151376"/>
            <a:ext cx="4617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151376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100% 承诺；最严重档赔 100% credit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151376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SLO 100%；credit 封顶 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64608"/>
            <a:ext cx="2377440" cy="713232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864608"/>
            <a:ext cx="4617720" cy="713232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864608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私有 DNS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所有策略可用于 private 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864608"/>
            <a:ext cx="4453128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部分 zone 类型不支持路由策略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核心：Route 53 路由策略更细（Latency/Geoproximity/IP-based/Multivalue）+ 自带域名注册；DNSSEC Cloud DNS 更全托管。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来源：docs.aws.amazon.com/Route53/.../routing-policy.html + dnssec + aws.amazon.com/route53/sla · docs.cloud.google.com/dns/docs/{routing-policies,dnssec} · /dns/sla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56032" cy="12801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维度 8 · 网络安全 · WAF · DDoS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404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9FB3D1"/>
                </a:solidFill>
                <a:latin typeface="Microsoft YaHei"/>
              </a:rPr>
              <a:t>防火墙深水区 · Cloud Armor vs Shield · DDoS 防护对比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8a. 防火墙层（深水区）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SG（有状态）+ NACL（无状态） vs GCP 单一有状态防火墙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920240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920240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有状态性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SG 有状态 / NACL 无状态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0240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天生有状态（5-tuple，10 分钟活跃窗）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523744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523744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23744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作用层级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23744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SG 实例/ENI 级；NACL 子网级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523744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网络级定义，按 target(tag/SA) 应用到 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27248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127248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127248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27248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动作/优先级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127248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SG 仅 allow 无优先级；
NACL allow+deny 编号 1–32766 升序命中即停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127248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priority 0–65535（0最高）；
同级冲突 deny 胜出；策略层 0–21亿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730752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730752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30752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默认姿态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730752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新建 SG 入站全拒/出站全放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730752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隐含 deny 全入站 + allow 全出站（65535 不可删）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34256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334256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334256"/>
            <a:ext cx="4617720" cy="603504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334256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微隔离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334256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引用另一个 SG（sg-id 作源）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334256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network tag / service account 作 target 与 source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37760"/>
            <a:ext cx="2377440" cy="603504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937760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4937760"/>
            <a:ext cx="4617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937760"/>
            <a:ext cx="226771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关键配额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937760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规则×SG数 ≤1000；每ENI ≤16 SG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937760"/>
            <a:ext cx="445312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连接跟踪封顶 1,040,000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43600"/>
            <a:ext cx="11338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核心：AWS 两层（SG有状态实例级 + NACL无状态子网级）；GCP 只有一种、天生有状态 + 层级/全局/区域策略多级管线。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来源：docs.aws.amazon.com/vpc/latest/userguide/{vpc-security-groups,vpc-network-acls,infrastructure-security,amazon-vpc-limits} · cloud.google.com/firewall/docs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8b. WAF &amp; 下一代防火墙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AWS WAF vs Cloud Armor；Network Firewall vs Cloud NGFW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WAF 挂载点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9 类资源（CloudFront/ALB/API GW 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Armor（挂外部 ALB）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0048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670048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70048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WAF 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托管规则集 + 原生 CAPTCHA/Challenge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70048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OWASP CRS 4.22 + Google 威胁情报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28416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328416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28416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NGFW 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Network Firewall：开源 Suricata IPS/IDS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328416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NGFW：L3/L4/L7 + IDS/IPS + URL filtering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6784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986784"/>
            <a:ext cx="4617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86784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深度检测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deep packet inspection + 按协议过滤 HTTPS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986784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分 Essentials 免费 / Standard 收费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45152"/>
            <a:ext cx="237744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645152"/>
            <a:ext cx="46177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45152"/>
            <a:ext cx="226771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TLS 检测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TLS inspection 解密→检测→再加密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645152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Standard 层 apply_security_profile_group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62356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核心：AWS WAF 挂载点更广 + 原生 CAPTCHA；Network Firewall 用 Suricata + TLS 解密检测；GCP Cloud NGFW 分免费/收费两档。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来源：docs.aws.amazon.com/waf · /network-firewall（Suricata/TLS inspection）· cloud.google.com/armor · cloud.google.com/firewall（Cloud NGFW）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8c. DDoS 防护（重点）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Shield Standard/Advanced vs Cloud Armor Standard/Enterprise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377440" cy="68580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0116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1168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免费层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Shield Standard（默认，L3/L4 自动缓解）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0116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 Armor Standard（L3/L4 自动缓解）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2377440" cy="68580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697480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697480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9748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免费层能力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6974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都不做签名匹配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6974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都不做签名匹配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2377440" cy="68580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3832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3832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8328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付费层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832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Shield Advanced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3832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Cloud Armor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69080"/>
            <a:ext cx="2377440" cy="68580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4069080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069080"/>
            <a:ext cx="4617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06908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付费核心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0690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24/7 SRT 人肉响应 + 费用保护
+ 500亿 WAF 请求/月额度 + L7 DDoS 托管规则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0690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ML 驱动 Adaptive Protection
（Advanced network 训练 24h / Adaptive ≥1h）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54880"/>
            <a:ext cx="2377440" cy="68580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7548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754880"/>
            <a:ext cx="461772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75488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DDoS SLA/规模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7548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无 DDoS 专属 SLA、无官方可缓解规模数字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754880"/>
            <a:ext cx="4453128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无 DDoS 专属 SLA、无官方可缓解规模数字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76072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核心：Shield Advanced 强在 24/7 SRT + 费用保护 + WAF 请求额度；Cloud Armor Enterprise 强在 ML Adaptive Protection。两家均无 DDoS 专属 SLA。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来源：aws.amazon.com/shield（Standard/Advanced）· cloud.google.com/armor（Standard/Enterprise/Adaptive Protection）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9. 稳定性 / SLA 汇总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主要网络产品官方 SLA（均官方核实）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63040"/>
            <a:ext cx="4617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920240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920240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负载均衡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ELB Multi-AZ 99.99%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0240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LB Premium 99.99%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87168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487168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487168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487168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专线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487168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Direct Connect 冗余 99.99% / 单连接 ~95%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487168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Interconnect 冗余 99.99% / 单连接 No SLA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54096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054096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054096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54096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VPN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054096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S2S VPN（未取到专属 SLA 数字）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054096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HA VPN 99.99% / Classic VPN 99.9%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21024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621024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3621024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621024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DNS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621024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Route 53 100%（最严重赔 100%）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621024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DNS 100% SLO（封顶 50%）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2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187952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4187952"/>
            <a:ext cx="46177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187952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CDN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187952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CloudFront 99.9%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187952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Cloud CDN 独立 SLA 未确认（页 404）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54880"/>
            <a:ext cx="237744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754880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4754880"/>
            <a:ext cx="4617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754880"/>
            <a:ext cx="226771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067C5"/>
                </a:solidFill>
                <a:latin typeface="Microsoft YaHei"/>
              </a:rPr>
              <a:t>加速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754880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Global Accelerator 99.99% / 单AZ 99.5%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754880"/>
            <a:ext cx="44531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核心：主要产品 SLA 两家基本对齐（LB/专线 99.99%，DNS 100%）；GCP 专线单连接无 SLA 是选型注意点。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来源：各产品官方 SLA 页（aws.amazon.com/xxx/sla · cloud.google.com/xxx/sla），2026-08 核实。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总结：关键差异一览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选型时优先看这几点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37160" cy="65836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Microsoft YaHei"/>
              </a:rPr>
              <a:t>全球骨干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GCP 分层可选(Premium cold-potato/Standard hot-potato)；AWS 默认全程自有骨干无分层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2"/>
            <a:ext cx="137160" cy="65836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VPC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86584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VPC 区域级 vs GCP VPC 全局级 —— 最根本的架构差异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98064"/>
            <a:ext cx="137160" cy="65836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98064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Microsoft YaHei"/>
              </a:rPr>
              <a:t>全球入口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99816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GCP 单 anycast IP 内建全球化 vs AWS 区域级 ELB + Global Accelerator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11296"/>
            <a:ext cx="137160" cy="65836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11296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加速/CDN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13048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有独立 Global Accelerator + 一体 CloudFront；GCP 靠 Premium Tier + Cloud CDN/Media CDN 拆分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24528"/>
            <a:ext cx="137160" cy="65836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24528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Route 53 路由策略更丰富(8 vs 3)+ 自带域名注册；两家 SLA 均 100% SLO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37760"/>
            <a:ext cx="137160" cy="65836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Microsoft YaHei"/>
              </a:rPr>
              <a:t>防火墙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9512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SG(有状态)+NACL(无状态)双层；GCP 单一有状态 + 层级策略 + tag/SA 微隔离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50992"/>
            <a:ext cx="137160" cy="65836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50992"/>
            <a:ext cx="108813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DDoS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52744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Shield Advanced=24/7 SRT+费用保护；Cloud Armor Enterprise=ML Adaptive；均无专属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338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Microsoft YaHei"/>
              </a:rPr>
              <a:t>所有数据基于 AWS/GCP 官方文档核实；标「不确定/未取到」处为官方页本身未提供或无法抓取，绝不臆造。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